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292" y="7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25-05-26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40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25-05-26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38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25-05-26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0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25-05-26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1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25-05-26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738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25-05-26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94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25-05-26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20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25-05-26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20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25-05-26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52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25-05-26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434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25-05-26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47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25-05-26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9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HR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Project</a:t>
            </a:r>
          </a:p>
          <a:p>
            <a:r>
              <a:rPr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by: Shrusti N 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596" y="635598"/>
            <a:ext cx="7055380" cy="1088699"/>
          </a:xfrm>
          <a:ln>
            <a:solidFill>
              <a:schemeClr val="bg1"/>
            </a:solidFill>
          </a:ln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1" y="2132948"/>
            <a:ext cx="6446520" cy="2456469"/>
          </a:xfrm>
        </p:spPr>
        <p:txBody>
          <a:bodyPr/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HR Analytics Dashboard project was created using Power BI to analyze employee workforce data. The dashboard provides insights into employee distribution, remote work trends, hiring trends, department analysis, state-wise workforce distribution, and employee demographics.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1268" y="492701"/>
            <a:ext cx="5937755" cy="1188720"/>
          </a:xfrm>
          <a:ln>
            <a:solidFill>
              <a:schemeClr val="bg1"/>
            </a:solidFill>
          </a:ln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7369" y="2052925"/>
            <a:ext cx="6711654" cy="3834069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Employees: 22,214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Employees: 25%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HQ Employees: 75%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Employee Age: 38.43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952424-2C57-DEA7-78AB-F67819EC70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5351"/>
          <a:stretch>
            <a:fillRect/>
          </a:stretch>
        </p:blipFill>
        <p:spPr>
          <a:xfrm>
            <a:off x="851916" y="3969959"/>
            <a:ext cx="7576458" cy="1130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"/>
            <a:ext cx="403693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Analytics Dashboard Overview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1176" y="1247607"/>
            <a:ext cx="8111270" cy="47961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84FE6-21B1-AB23-85DE-280D2B419557}"/>
              </a:ext>
            </a:extLst>
          </p:cNvPr>
          <p:cNvSpPr txBox="1">
            <a:spLocks/>
          </p:cNvSpPr>
          <p:nvPr/>
        </p:nvSpPr>
        <p:spPr>
          <a:xfrm>
            <a:off x="484710" y="452718"/>
            <a:ext cx="7055380" cy="818733"/>
          </a:xfrm>
          <a:prstGeom prst="rect">
            <a:avLst/>
          </a:prstGeom>
        </p:spPr>
        <p:txBody>
          <a:bodyPr/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8265C5-8235-F5BA-42D7-3D757A2D9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94" y="1185549"/>
            <a:ext cx="7783011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768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4422" y="370332"/>
            <a:ext cx="5937755" cy="1188720"/>
          </a:xfrm>
          <a:ln>
            <a:solidFill>
              <a:schemeClr val="bg1"/>
            </a:solidFill>
          </a:ln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497" y="1861458"/>
            <a:ext cx="8229600" cy="4217126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👥 Workforce Size: 22,214 employees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🏢 25% employees work remotely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⚙️ Engineering department has highest employees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📍 Ohio has highest workforce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Hiring trend increased steadily</a:t>
            </a:r>
          </a:p>
          <a:p>
            <a:r>
              <a:rPr lang="en-IN" sz="2800" dirty="0"/>
              <a:t>📊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Department-wise employee distribution is uneven, with technical departments having higher workforce strength.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310" y="504963"/>
            <a:ext cx="7055380" cy="1045156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887462"/>
            <a:ext cx="6711654" cy="4195481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Database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Techniques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890" y="365632"/>
            <a:ext cx="7055380" cy="1184493"/>
          </a:xfrm>
          <a:ln>
            <a:solidFill>
              <a:schemeClr val="bg1"/>
            </a:solidFill>
          </a:ln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52748"/>
            <a:ext cx="7452360" cy="392974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HR Analytics Dashboard helps organizations analyze workforce trends, employee demographics, hiring patterns, and remote work statistics. This project supports data-driven HR decision-making and improves workforce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Custom 5">
      <a:dk1>
        <a:sysClr val="windowText" lastClr="000000"/>
      </a:dk1>
      <a:lt1>
        <a:srgbClr val="CDE8D5"/>
      </a:lt1>
      <a:dk2>
        <a:srgbClr val="454545"/>
      </a:dk2>
      <a:lt2>
        <a:srgbClr val="DADADA"/>
      </a:lt2>
      <a:accent1>
        <a:srgbClr val="DF2E28"/>
      </a:accent1>
      <a:accent2>
        <a:srgbClr val="EEF3F8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39</TotalTime>
  <Words>180</Words>
  <Application>Microsoft Office PowerPoint</Application>
  <PresentationFormat>On-screen Show (4:3)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Algerian</vt:lpstr>
      <vt:lpstr>Arial</vt:lpstr>
      <vt:lpstr>Gill Sans MT</vt:lpstr>
      <vt:lpstr>Times New Roman</vt:lpstr>
      <vt:lpstr>Parcel</vt:lpstr>
      <vt:lpstr>HR Analytics Dashboard</vt:lpstr>
      <vt:lpstr>About the Project</vt:lpstr>
      <vt:lpstr>Key Performance Indicators (KPIs)</vt:lpstr>
      <vt:lpstr>PowerPoint Presentation</vt:lpstr>
      <vt:lpstr>PowerPoint Presentation</vt:lpstr>
      <vt:lpstr>Key Insights</vt:lpstr>
      <vt:lpstr>Tools &amp; Technologies Used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Shrusti N P</cp:lastModifiedBy>
  <cp:revision>3</cp:revision>
  <dcterms:created xsi:type="dcterms:W3CDTF">2013-01-27T09:14:16Z</dcterms:created>
  <dcterms:modified xsi:type="dcterms:W3CDTF">2026-05-25T11:04:11Z</dcterms:modified>
  <cp:category/>
</cp:coreProperties>
</file>